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9" r:id="rId4"/>
    <p:sldMasterId id="214748373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ed Hat Display SemiBold"/>
      <p:regular r:id="rId17"/>
      <p:bold r:id="rId18"/>
      <p:italic r:id="rId19"/>
      <p:boldItalic r:id="rId20"/>
    </p:embeddedFont>
    <p:embeddedFont>
      <p:font typeface="Lexend Light"/>
      <p:regular r:id="rId21"/>
      <p:bold r:id="rId22"/>
    </p:embeddedFont>
    <p:embeddedFont>
      <p:font typeface="Merriweather Light"/>
      <p:regular r:id="rId23"/>
      <p:bold r:id="rId24"/>
      <p:italic r:id="rId25"/>
      <p:boldItalic r:id="rId26"/>
    </p:embeddedFont>
    <p:embeddedFont>
      <p:font typeface="Red Hat Display Medium"/>
      <p:regular r:id="rId27"/>
      <p:bold r:id="rId28"/>
      <p:italic r:id="rId29"/>
      <p:boldItalic r:id="rId30"/>
    </p:embeddedFont>
    <p:embeddedFont>
      <p:font typeface="Red Hat Display"/>
      <p:regular r:id="rId31"/>
      <p:bold r:id="rId32"/>
      <p:italic r:id="rId33"/>
      <p:boldItalic r:id="rId34"/>
    </p:embeddedFont>
    <p:embeddedFont>
      <p:font typeface="Lexend"/>
      <p:regular r:id="rId35"/>
      <p:bold r:id="rId36"/>
    </p:embeddedFont>
    <p:embeddedFont>
      <p:font typeface="Merriweather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Italic.fntdata"/><Relationship Id="rId20" Type="http://schemas.openxmlformats.org/officeDocument/2006/relationships/font" Target="fonts/RedHatDisplaySemiBold-boldItalic.fntdata"/><Relationship Id="rId22" Type="http://schemas.openxmlformats.org/officeDocument/2006/relationships/font" Target="fonts/LexendLight-bold.fntdata"/><Relationship Id="rId21" Type="http://schemas.openxmlformats.org/officeDocument/2006/relationships/font" Target="fonts/LexendLight-regular.fntdata"/><Relationship Id="rId24" Type="http://schemas.openxmlformats.org/officeDocument/2006/relationships/font" Target="fonts/MerriweatherLight-bold.fntdata"/><Relationship Id="rId23" Type="http://schemas.openxmlformats.org/officeDocument/2006/relationships/font" Target="fonts/Merriweather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erriweatherLight-boldItalic.fntdata"/><Relationship Id="rId25" Type="http://schemas.openxmlformats.org/officeDocument/2006/relationships/font" Target="fonts/MerriweatherLight-italic.fntdata"/><Relationship Id="rId28" Type="http://schemas.openxmlformats.org/officeDocument/2006/relationships/font" Target="fonts/RedHatDisplayMedium-bold.fntdata"/><Relationship Id="rId27" Type="http://schemas.openxmlformats.org/officeDocument/2006/relationships/font" Target="fonts/RedHatDisplay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edHatDisplay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edHatDisplay-regular.fntdata"/><Relationship Id="rId30" Type="http://schemas.openxmlformats.org/officeDocument/2006/relationships/font" Target="fonts/RedHatDisplay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RedHatDisplay-italic.fntdata"/><Relationship Id="rId10" Type="http://schemas.openxmlformats.org/officeDocument/2006/relationships/slide" Target="slides/slide4.xml"/><Relationship Id="rId32" Type="http://schemas.openxmlformats.org/officeDocument/2006/relationships/font" Target="fonts/RedHatDisplay-bold.fntdata"/><Relationship Id="rId13" Type="http://schemas.openxmlformats.org/officeDocument/2006/relationships/slide" Target="slides/slide7.xml"/><Relationship Id="rId35" Type="http://schemas.openxmlformats.org/officeDocument/2006/relationships/font" Target="fonts/Lexend-regular.fntdata"/><Relationship Id="rId12" Type="http://schemas.openxmlformats.org/officeDocument/2006/relationships/slide" Target="slides/slide6.xml"/><Relationship Id="rId34" Type="http://schemas.openxmlformats.org/officeDocument/2006/relationships/font" Target="fonts/RedHatDisplay-boldItalic.fntdata"/><Relationship Id="rId15" Type="http://schemas.openxmlformats.org/officeDocument/2006/relationships/slide" Target="slides/slide9.xml"/><Relationship Id="rId37" Type="http://schemas.openxmlformats.org/officeDocument/2006/relationships/font" Target="fonts/Merriweather-regular.fntdata"/><Relationship Id="rId14" Type="http://schemas.openxmlformats.org/officeDocument/2006/relationships/slide" Target="slides/slide8.xml"/><Relationship Id="rId36" Type="http://schemas.openxmlformats.org/officeDocument/2006/relationships/font" Target="fonts/Lexend-bold.fntdata"/><Relationship Id="rId17" Type="http://schemas.openxmlformats.org/officeDocument/2006/relationships/font" Target="fonts/RedHatDisplaySemiBold-regular.fntdata"/><Relationship Id="rId39" Type="http://schemas.openxmlformats.org/officeDocument/2006/relationships/font" Target="fonts/Merriweather-italic.fntdata"/><Relationship Id="rId16" Type="http://schemas.openxmlformats.org/officeDocument/2006/relationships/slide" Target="slides/slide10.xml"/><Relationship Id="rId38" Type="http://schemas.openxmlformats.org/officeDocument/2006/relationships/font" Target="fonts/Merriweather-bold.fntdata"/><Relationship Id="rId19" Type="http://schemas.openxmlformats.org/officeDocument/2006/relationships/font" Target="fonts/RedHatDisplaySemiBold-italic.fntdata"/><Relationship Id="rId18" Type="http://schemas.openxmlformats.org/officeDocument/2006/relationships/font" Target="fonts/RedHatDisplay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aacd87da8d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aacd87da8d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aacd87da8d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aacd87da8d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aacd87da8d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aacd87da8d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aacd87da8d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aacd87da8d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aacd87da8d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aacd87da8d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aacd87da8d_0_1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aacd87da8d_0_1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aacd87da8d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aacd87da8d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aacd87da8d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aacd87da8d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aacd87da8d_0_1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aacd87da8d_0_1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aacd87da8d_0_1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3aacd87da8d_0_1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>
            <p:ph idx="2" type="pic"/>
          </p:nvPr>
        </p:nvSpPr>
        <p:spPr>
          <a:xfrm>
            <a:off x="0" y="1693150"/>
            <a:ext cx="4494900" cy="27558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3"/>
          <p:cNvSpPr txBox="1"/>
          <p:nvPr/>
        </p:nvSpPr>
        <p:spPr>
          <a:xfrm>
            <a:off x="0" y="-125188"/>
            <a:ext cx="9144000" cy="1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4658775" y="4015525"/>
            <a:ext cx="4256400" cy="8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3" type="body"/>
          </p:nvPr>
        </p:nvSpPr>
        <p:spPr>
          <a:xfrm>
            <a:off x="4658775" y="2585350"/>
            <a:ext cx="42786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6" name="Google Shape;136;p23"/>
          <p:cNvSpPr txBox="1"/>
          <p:nvPr>
            <p:ph type="title"/>
          </p:nvPr>
        </p:nvSpPr>
        <p:spPr>
          <a:xfrm>
            <a:off x="0" y="-204100"/>
            <a:ext cx="9144000" cy="16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1pPr>
            <a:lvl2pPr lvl="1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2pPr>
            <a:lvl3pPr lvl="2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3pPr>
            <a:lvl4pPr lvl="3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4pPr>
            <a:lvl5pPr lvl="4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5pPr>
            <a:lvl6pPr lvl="5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6pPr>
            <a:lvl7pPr lvl="6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7pPr>
            <a:lvl8pPr lvl="7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8pPr>
            <a:lvl9pPr lvl="8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9pPr>
          </a:lstStyle>
          <a:p/>
        </p:txBody>
      </p:sp>
      <p:sp>
        <p:nvSpPr>
          <p:cNvPr id="137" name="Google Shape;137;p23"/>
          <p:cNvSpPr txBox="1"/>
          <p:nvPr>
            <p:ph idx="4" type="body"/>
          </p:nvPr>
        </p:nvSpPr>
        <p:spPr>
          <a:xfrm>
            <a:off x="228600" y="4597400"/>
            <a:ext cx="3150000" cy="31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>
            <p:ph idx="2" type="pic"/>
          </p:nvPr>
        </p:nvSpPr>
        <p:spPr>
          <a:xfrm>
            <a:off x="0" y="0"/>
            <a:ext cx="8583300" cy="39546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4"/>
          <p:cNvSpPr txBox="1"/>
          <p:nvPr>
            <p:ph type="title"/>
          </p:nvPr>
        </p:nvSpPr>
        <p:spPr>
          <a:xfrm>
            <a:off x="228600" y="4076300"/>
            <a:ext cx="83547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Merriweather Light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1" name="Google Shape;141;p24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24"/>
          <p:cNvSpPr txBox="1"/>
          <p:nvPr>
            <p:ph idx="3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4" name="Google Shape;144;p24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rvices / Clients" type="tx">
  <p:cSld name="TITLE_AND_BOD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25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5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4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151" name="Google Shape;151;p25"/>
          <p:cNvSpPr txBox="1"/>
          <p:nvPr>
            <p:ph idx="5" type="title"/>
          </p:nvPr>
        </p:nvSpPr>
        <p:spPr>
          <a:xfrm>
            <a:off x="228600" y="516850"/>
            <a:ext cx="76197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52" name="Google Shape;152;p25"/>
          <p:cNvCxnSpPr/>
          <p:nvPr/>
        </p:nvCxnSpPr>
        <p:spPr>
          <a:xfrm>
            <a:off x="0" y="221285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5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25"/>
          <p:cNvSpPr txBox="1"/>
          <p:nvPr>
            <p:ph idx="1" type="subTitle"/>
          </p:nvPr>
        </p:nvSpPr>
        <p:spPr>
          <a:xfrm>
            <a:off x="228600" y="2353775"/>
            <a:ext cx="2203500" cy="2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6" type="subTitle"/>
          </p:nvPr>
        </p:nvSpPr>
        <p:spPr>
          <a:xfrm>
            <a:off x="3558200" y="2353775"/>
            <a:ext cx="2037900" cy="2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7" type="body"/>
          </p:nvPr>
        </p:nvSpPr>
        <p:spPr>
          <a:xfrm>
            <a:off x="229900" y="3034400"/>
            <a:ext cx="3148800" cy="17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8" type="body"/>
          </p:nvPr>
        </p:nvSpPr>
        <p:spPr>
          <a:xfrm>
            <a:off x="3558200" y="3034400"/>
            <a:ext cx="3148800" cy="17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3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26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6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2" name="Google Shape;162;p26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lide" type="twoColTx">
  <p:cSld name="TITLE_AND_TWO_COLUMNS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>
            <p:ph idx="2" type="pic"/>
          </p:nvPr>
        </p:nvSpPr>
        <p:spPr>
          <a:xfrm>
            <a:off x="3558200" y="213800"/>
            <a:ext cx="5025000" cy="23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27"/>
          <p:cNvSpPr/>
          <p:nvPr>
            <p:ph idx="3" type="pic"/>
          </p:nvPr>
        </p:nvSpPr>
        <p:spPr>
          <a:xfrm>
            <a:off x="3557075" y="2571750"/>
            <a:ext cx="5025000" cy="2343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6" name="Google Shape;166;p27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7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8" name="Google Shape;168;p27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9" name="Google Shape;169;p27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0" name="Google Shape;170;p27"/>
          <p:cNvSpPr txBox="1"/>
          <p:nvPr>
            <p:ph idx="6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7" type="title"/>
          </p:nvPr>
        </p:nvSpPr>
        <p:spPr>
          <a:xfrm>
            <a:off x="231325" y="1403700"/>
            <a:ext cx="3147300" cy="11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229125" y="2572475"/>
            <a:ext cx="3149400" cy="17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with captions" type="titleOnly">
  <p:cSld name="TITLE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233775" y="820275"/>
            <a:ext cx="2043000" cy="35070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28"/>
          <p:cNvSpPr/>
          <p:nvPr>
            <p:ph idx="3" type="pic"/>
          </p:nvPr>
        </p:nvSpPr>
        <p:spPr>
          <a:xfrm>
            <a:off x="2441450" y="1404850"/>
            <a:ext cx="3154200" cy="35070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4" type="pic"/>
          </p:nvPr>
        </p:nvSpPr>
        <p:spPr>
          <a:xfrm>
            <a:off x="5760650" y="818250"/>
            <a:ext cx="2052600" cy="3612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77" name="Google Shape;177;p28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8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9" name="Google Shape;179;p28"/>
          <p:cNvSpPr txBox="1"/>
          <p:nvPr>
            <p:ph idx="5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2447900" y="818250"/>
            <a:ext cx="31476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8" type="body"/>
          </p:nvPr>
        </p:nvSpPr>
        <p:spPr>
          <a:xfrm>
            <a:off x="228600" y="4329625"/>
            <a:ext cx="2052600" cy="58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9" type="body"/>
          </p:nvPr>
        </p:nvSpPr>
        <p:spPr>
          <a:xfrm>
            <a:off x="5755900" y="4431150"/>
            <a:ext cx="2057700" cy="4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ertise / Skills">
  <p:cSld name="ONE_COLUMN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221950" y="804550"/>
            <a:ext cx="3156600" cy="32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87" name="Google Shape;187;p29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9"/>
          <p:cNvSpPr txBox="1"/>
          <p:nvPr>
            <p:ph idx="2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0" name="Google Shape;190;p29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1" name="Google Shape;191;p29"/>
          <p:cNvSpPr txBox="1"/>
          <p:nvPr>
            <p:ph idx="5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192" name="Google Shape;192;p29"/>
          <p:cNvSpPr/>
          <p:nvPr>
            <p:ph idx="6" type="pic"/>
          </p:nvPr>
        </p:nvSpPr>
        <p:spPr>
          <a:xfrm>
            <a:off x="3556900" y="818400"/>
            <a:ext cx="2039100" cy="40986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9"/>
          <p:cNvSpPr/>
          <p:nvPr>
            <p:ph idx="7" type="pic"/>
          </p:nvPr>
        </p:nvSpPr>
        <p:spPr>
          <a:xfrm>
            <a:off x="5758550" y="818400"/>
            <a:ext cx="2052900" cy="40986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8" type="subTitle"/>
          </p:nvPr>
        </p:nvSpPr>
        <p:spPr>
          <a:xfrm>
            <a:off x="3556900" y="213800"/>
            <a:ext cx="22035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196" name="Google Shape;196;p29"/>
          <p:cNvSpPr txBox="1"/>
          <p:nvPr>
            <p:ph idx="9" type="subTitle"/>
          </p:nvPr>
        </p:nvSpPr>
        <p:spPr>
          <a:xfrm>
            <a:off x="5766050" y="213800"/>
            <a:ext cx="20379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age">
  <p:cSld name="MAIN_POIN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228600" y="219850"/>
            <a:ext cx="77400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199" name="Google Shape;199;p30"/>
          <p:cNvSpPr txBox="1"/>
          <p:nvPr>
            <p:ph idx="2" type="title"/>
          </p:nvPr>
        </p:nvSpPr>
        <p:spPr>
          <a:xfrm>
            <a:off x="228600" y="1984250"/>
            <a:ext cx="42657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00" name="Google Shape;200;p30"/>
          <p:cNvSpPr txBox="1"/>
          <p:nvPr>
            <p:ph idx="3" type="title"/>
          </p:nvPr>
        </p:nvSpPr>
        <p:spPr>
          <a:xfrm>
            <a:off x="4658875" y="4316425"/>
            <a:ext cx="42564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0"/>
          <p:cNvSpPr txBox="1"/>
          <p:nvPr>
            <p:ph idx="4" type="body"/>
          </p:nvPr>
        </p:nvSpPr>
        <p:spPr>
          <a:xfrm>
            <a:off x="4658875" y="1984250"/>
            <a:ext cx="4265700" cy="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wards">
  <p:cSld name="SECTION_TITLE_AND_DESCRIPTION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p31"/>
          <p:cNvCxnSpPr/>
          <p:nvPr/>
        </p:nvCxnSpPr>
        <p:spPr>
          <a:xfrm>
            <a:off x="-125" y="2270875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31"/>
          <p:cNvCxnSpPr/>
          <p:nvPr/>
        </p:nvCxnSpPr>
        <p:spPr>
          <a:xfrm>
            <a:off x="-125" y="314955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31"/>
          <p:cNvCxnSpPr/>
          <p:nvPr/>
        </p:nvCxnSpPr>
        <p:spPr>
          <a:xfrm>
            <a:off x="-125" y="4030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1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31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9" name="Google Shape;209;p31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31"/>
          <p:cNvSpPr txBox="1"/>
          <p:nvPr>
            <p:ph idx="2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1" name="Google Shape;211;p31"/>
          <p:cNvSpPr txBox="1"/>
          <p:nvPr>
            <p:ph idx="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2" name="Google Shape;212;p31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3" name="Google Shape;213;p31"/>
          <p:cNvSpPr txBox="1"/>
          <p:nvPr>
            <p:ph idx="5" type="title"/>
          </p:nvPr>
        </p:nvSpPr>
        <p:spPr>
          <a:xfrm>
            <a:off x="1325925" y="1403700"/>
            <a:ext cx="42702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14" name="Google Shape;214;p31"/>
          <p:cNvSpPr txBox="1"/>
          <p:nvPr>
            <p:ph idx="6" type="title"/>
          </p:nvPr>
        </p:nvSpPr>
        <p:spPr>
          <a:xfrm>
            <a:off x="1325875" y="2273525"/>
            <a:ext cx="4270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15" name="Google Shape;215;p31"/>
          <p:cNvSpPr txBox="1"/>
          <p:nvPr>
            <p:ph idx="7" type="title"/>
          </p:nvPr>
        </p:nvSpPr>
        <p:spPr>
          <a:xfrm>
            <a:off x="1325875" y="3152225"/>
            <a:ext cx="42702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16" name="Google Shape;216;p31"/>
          <p:cNvSpPr txBox="1"/>
          <p:nvPr>
            <p:ph idx="8" type="title"/>
          </p:nvPr>
        </p:nvSpPr>
        <p:spPr>
          <a:xfrm>
            <a:off x="1325875" y="4036300"/>
            <a:ext cx="42768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17" name="Google Shape;217;p31"/>
          <p:cNvSpPr txBox="1"/>
          <p:nvPr>
            <p:ph idx="1" type="subTitle"/>
          </p:nvPr>
        </p:nvSpPr>
        <p:spPr>
          <a:xfrm>
            <a:off x="228600" y="1403700"/>
            <a:ext cx="9372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8" name="Google Shape;218;p31"/>
          <p:cNvSpPr txBox="1"/>
          <p:nvPr>
            <p:ph idx="9" type="subTitle"/>
          </p:nvPr>
        </p:nvSpPr>
        <p:spPr>
          <a:xfrm>
            <a:off x="228600" y="2273525"/>
            <a:ext cx="937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31"/>
          <p:cNvSpPr txBox="1"/>
          <p:nvPr>
            <p:ph idx="13" type="subTitle"/>
          </p:nvPr>
        </p:nvSpPr>
        <p:spPr>
          <a:xfrm>
            <a:off x="231150" y="3152225"/>
            <a:ext cx="9348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0" name="Google Shape;220;p31"/>
          <p:cNvSpPr txBox="1"/>
          <p:nvPr>
            <p:ph idx="14" type="subTitle"/>
          </p:nvPr>
        </p:nvSpPr>
        <p:spPr>
          <a:xfrm>
            <a:off x="228600" y="4028225"/>
            <a:ext cx="937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1" name="Google Shape;221;p31"/>
          <p:cNvSpPr txBox="1"/>
          <p:nvPr>
            <p:ph idx="15" type="body"/>
          </p:nvPr>
        </p:nvSpPr>
        <p:spPr>
          <a:xfrm>
            <a:off x="5760650" y="1403700"/>
            <a:ext cx="2829600" cy="86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" name="Google Shape;222;p31"/>
          <p:cNvSpPr txBox="1"/>
          <p:nvPr>
            <p:ph idx="16" type="body"/>
          </p:nvPr>
        </p:nvSpPr>
        <p:spPr>
          <a:xfrm>
            <a:off x="5760650" y="2268150"/>
            <a:ext cx="28296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3" name="Google Shape;223;p31"/>
          <p:cNvSpPr txBox="1"/>
          <p:nvPr>
            <p:ph idx="17" type="body"/>
          </p:nvPr>
        </p:nvSpPr>
        <p:spPr>
          <a:xfrm>
            <a:off x="5760500" y="3152200"/>
            <a:ext cx="28296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31"/>
          <p:cNvSpPr txBox="1"/>
          <p:nvPr>
            <p:ph idx="18" type="body"/>
          </p:nvPr>
        </p:nvSpPr>
        <p:spPr>
          <a:xfrm>
            <a:off x="5762750" y="4036238"/>
            <a:ext cx="28341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APTION_ONLY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>
            <p:ph type="title"/>
          </p:nvPr>
        </p:nvSpPr>
        <p:spPr>
          <a:xfrm>
            <a:off x="-21000" y="-125200"/>
            <a:ext cx="9186000" cy="15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0"/>
              <a:buFont typeface="Merriweather Light"/>
              <a:buNone/>
              <a:defRPr sz="1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2" type="title"/>
          </p:nvPr>
        </p:nvSpPr>
        <p:spPr>
          <a:xfrm>
            <a:off x="4658875" y="4316425"/>
            <a:ext cx="42564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BIG_NUMBER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Google Shape;230;p33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3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4" name="Google Shape;234;p33"/>
          <p:cNvSpPr/>
          <p:nvPr>
            <p:ph idx="4" type="pic"/>
          </p:nvPr>
        </p:nvSpPr>
        <p:spPr>
          <a:xfrm>
            <a:off x="0" y="0"/>
            <a:ext cx="8582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8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p34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34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8" name="Google Shape;238;p34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9" name="Google Shape;239;p34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0" name="Google Shape;240;p34"/>
          <p:cNvSpPr/>
          <p:nvPr>
            <p:ph idx="4" type="pic"/>
          </p:nvPr>
        </p:nvSpPr>
        <p:spPr>
          <a:xfrm>
            <a:off x="0" y="0"/>
            <a:ext cx="8582100" cy="402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idx="5" type="title"/>
          </p:nvPr>
        </p:nvSpPr>
        <p:spPr>
          <a:xfrm>
            <a:off x="228600" y="4025100"/>
            <a:ext cx="4265700" cy="11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4658875" y="4025100"/>
            <a:ext cx="3319200" cy="11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">
  <p:cSld name="CUSTOM_2"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/>
          <p:nvPr>
            <p:ph idx="2" type="pic"/>
          </p:nvPr>
        </p:nvSpPr>
        <p:spPr>
          <a:xfrm>
            <a:off x="228600" y="1984250"/>
            <a:ext cx="4263900" cy="25464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5"/>
          <p:cNvSpPr txBox="1"/>
          <p:nvPr>
            <p:ph type="title"/>
          </p:nvPr>
        </p:nvSpPr>
        <p:spPr>
          <a:xfrm>
            <a:off x="228600" y="219850"/>
            <a:ext cx="77400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4658875" y="1984250"/>
            <a:ext cx="3319200" cy="21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7" name="Google Shape;247;p35"/>
          <p:cNvSpPr txBox="1"/>
          <p:nvPr>
            <p:ph idx="3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48" name="Google Shape;248;p35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35"/>
          <p:cNvSpPr txBox="1"/>
          <p:nvPr>
            <p:ph idx="4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0" name="Google Shape;250;p35"/>
          <p:cNvSpPr txBox="1"/>
          <p:nvPr>
            <p:ph idx="5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1" name="Google Shape;251;p35"/>
          <p:cNvSpPr txBox="1"/>
          <p:nvPr>
            <p:ph idx="6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 ">
  <p:cSld name="CUSTOM_2_1"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cxnSp>
        <p:nvCxnSpPr>
          <p:cNvPr id="254" name="Google Shape;254;p36"/>
          <p:cNvCxnSpPr/>
          <p:nvPr/>
        </p:nvCxnSpPr>
        <p:spPr>
          <a:xfrm>
            <a:off x="-125" y="2270875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6"/>
          <p:cNvCxnSpPr/>
          <p:nvPr/>
        </p:nvCxnSpPr>
        <p:spPr>
          <a:xfrm>
            <a:off x="-125" y="314955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6"/>
          <p:cNvCxnSpPr/>
          <p:nvPr/>
        </p:nvCxnSpPr>
        <p:spPr>
          <a:xfrm>
            <a:off x="-125" y="4030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6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36"/>
          <p:cNvSpPr txBox="1"/>
          <p:nvPr>
            <p:ph idx="2" type="title"/>
          </p:nvPr>
        </p:nvSpPr>
        <p:spPr>
          <a:xfrm>
            <a:off x="3535725" y="1403700"/>
            <a:ext cx="42702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59" name="Google Shape;259;p36"/>
          <p:cNvSpPr txBox="1"/>
          <p:nvPr>
            <p:ph idx="3" type="title"/>
          </p:nvPr>
        </p:nvSpPr>
        <p:spPr>
          <a:xfrm>
            <a:off x="3535675" y="2273525"/>
            <a:ext cx="4270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60" name="Google Shape;260;p36"/>
          <p:cNvSpPr txBox="1"/>
          <p:nvPr>
            <p:ph idx="4" type="title"/>
          </p:nvPr>
        </p:nvSpPr>
        <p:spPr>
          <a:xfrm>
            <a:off x="3535675" y="3152225"/>
            <a:ext cx="42702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61" name="Google Shape;261;p36"/>
          <p:cNvSpPr txBox="1"/>
          <p:nvPr>
            <p:ph idx="5" type="title"/>
          </p:nvPr>
        </p:nvSpPr>
        <p:spPr>
          <a:xfrm>
            <a:off x="3535675" y="4036300"/>
            <a:ext cx="42768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62" name="Google Shape;262;p36"/>
          <p:cNvSpPr txBox="1"/>
          <p:nvPr>
            <p:ph idx="1" type="subTitle"/>
          </p:nvPr>
        </p:nvSpPr>
        <p:spPr>
          <a:xfrm>
            <a:off x="2438400" y="1403700"/>
            <a:ext cx="9372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36"/>
          <p:cNvSpPr txBox="1"/>
          <p:nvPr>
            <p:ph idx="6" type="subTitle"/>
          </p:nvPr>
        </p:nvSpPr>
        <p:spPr>
          <a:xfrm>
            <a:off x="2438400" y="2273525"/>
            <a:ext cx="937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4" name="Google Shape;264;p36"/>
          <p:cNvSpPr txBox="1"/>
          <p:nvPr>
            <p:ph idx="7" type="subTitle"/>
          </p:nvPr>
        </p:nvSpPr>
        <p:spPr>
          <a:xfrm>
            <a:off x="2440950" y="3152225"/>
            <a:ext cx="9348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5" name="Google Shape;265;p36"/>
          <p:cNvSpPr txBox="1"/>
          <p:nvPr>
            <p:ph idx="8" type="subTitle"/>
          </p:nvPr>
        </p:nvSpPr>
        <p:spPr>
          <a:xfrm>
            <a:off x="2438400" y="4028225"/>
            <a:ext cx="937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cxnSp>
        <p:nvCxnSpPr>
          <p:cNvPr id="266" name="Google Shape;266;p36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6"/>
          <p:cNvSpPr txBox="1"/>
          <p:nvPr>
            <p:ph idx="9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8" name="Google Shape;268;p36"/>
          <p:cNvSpPr txBox="1"/>
          <p:nvPr>
            <p:ph idx="1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9" name="Google Shape;269;p36"/>
          <p:cNvSpPr txBox="1"/>
          <p:nvPr>
            <p:ph idx="1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ITLE_3"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/>
          <p:nvPr>
            <p:ph idx="2" type="pic"/>
          </p:nvPr>
        </p:nvSpPr>
        <p:spPr>
          <a:xfrm>
            <a:off x="6876275" y="1984258"/>
            <a:ext cx="17070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37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273" name="Google Shape;273;p37"/>
          <p:cNvSpPr txBox="1"/>
          <p:nvPr>
            <p:ph idx="3" type="title"/>
          </p:nvPr>
        </p:nvSpPr>
        <p:spPr>
          <a:xfrm>
            <a:off x="228600" y="516850"/>
            <a:ext cx="76197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cxnSp>
        <p:nvCxnSpPr>
          <p:cNvPr id="274" name="Google Shape;274;p37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37"/>
          <p:cNvSpPr txBox="1"/>
          <p:nvPr>
            <p:ph idx="4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6" name="Google Shape;276;p37"/>
          <p:cNvSpPr txBox="1"/>
          <p:nvPr>
            <p:ph idx="5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7" name="Google Shape;277;p37"/>
          <p:cNvSpPr txBox="1"/>
          <p:nvPr>
            <p:ph idx="6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8" name="Google Shape;278;p37"/>
          <p:cNvSpPr/>
          <p:nvPr>
            <p:ph idx="7" type="pic"/>
          </p:nvPr>
        </p:nvSpPr>
        <p:spPr>
          <a:xfrm>
            <a:off x="228500" y="1984331"/>
            <a:ext cx="2048100" cy="233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7"/>
          <p:cNvSpPr/>
          <p:nvPr>
            <p:ph idx="8" type="pic"/>
          </p:nvPr>
        </p:nvSpPr>
        <p:spPr>
          <a:xfrm>
            <a:off x="2441450" y="1984331"/>
            <a:ext cx="2052900" cy="233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7"/>
          <p:cNvSpPr/>
          <p:nvPr>
            <p:ph idx="9" type="pic"/>
          </p:nvPr>
        </p:nvSpPr>
        <p:spPr>
          <a:xfrm>
            <a:off x="4658875" y="1984075"/>
            <a:ext cx="20391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7"/>
          <p:cNvSpPr txBox="1"/>
          <p:nvPr>
            <p:ph idx="1" type="subTitle"/>
          </p:nvPr>
        </p:nvSpPr>
        <p:spPr>
          <a:xfrm>
            <a:off x="228600" y="4569975"/>
            <a:ext cx="20481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2" name="Google Shape;282;p37"/>
          <p:cNvSpPr txBox="1"/>
          <p:nvPr>
            <p:ph idx="13" type="subTitle"/>
          </p:nvPr>
        </p:nvSpPr>
        <p:spPr>
          <a:xfrm>
            <a:off x="2434475" y="4569975"/>
            <a:ext cx="20481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3" name="Google Shape;283;p37"/>
          <p:cNvSpPr txBox="1"/>
          <p:nvPr>
            <p:ph idx="14" type="subTitle"/>
          </p:nvPr>
        </p:nvSpPr>
        <p:spPr>
          <a:xfrm>
            <a:off x="4658875" y="4569975"/>
            <a:ext cx="20481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4" name="Google Shape;284;p37"/>
          <p:cNvSpPr txBox="1"/>
          <p:nvPr>
            <p:ph idx="15" type="subTitle"/>
          </p:nvPr>
        </p:nvSpPr>
        <p:spPr>
          <a:xfrm>
            <a:off x="6864750" y="4569975"/>
            <a:ext cx="17256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5" name="Google Shape;285;p37"/>
          <p:cNvSpPr txBox="1"/>
          <p:nvPr>
            <p:ph idx="16" type="subTitle"/>
          </p:nvPr>
        </p:nvSpPr>
        <p:spPr>
          <a:xfrm>
            <a:off x="224125" y="4317425"/>
            <a:ext cx="20481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286" name="Google Shape;286;p37"/>
          <p:cNvSpPr txBox="1"/>
          <p:nvPr>
            <p:ph idx="17" type="subTitle"/>
          </p:nvPr>
        </p:nvSpPr>
        <p:spPr>
          <a:xfrm>
            <a:off x="2441475" y="4317425"/>
            <a:ext cx="20529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287" name="Google Shape;287;p37"/>
          <p:cNvSpPr txBox="1"/>
          <p:nvPr>
            <p:ph idx="18" type="subTitle"/>
          </p:nvPr>
        </p:nvSpPr>
        <p:spPr>
          <a:xfrm>
            <a:off x="4653113" y="4317425"/>
            <a:ext cx="20529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9" type="subTitle"/>
          </p:nvPr>
        </p:nvSpPr>
        <p:spPr>
          <a:xfrm>
            <a:off x="6876275" y="4329650"/>
            <a:ext cx="17070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Data">
  <p:cSld name="CUSTOM_4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" name="Google Shape;290;p38"/>
          <p:cNvCxnSpPr/>
          <p:nvPr/>
        </p:nvCxnSpPr>
        <p:spPr>
          <a:xfrm>
            <a:off x="-125" y="1984025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8"/>
          <p:cNvCxnSpPr/>
          <p:nvPr/>
        </p:nvCxnSpPr>
        <p:spPr>
          <a:xfrm>
            <a:off x="-125" y="2960983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8"/>
          <p:cNvCxnSpPr/>
          <p:nvPr/>
        </p:nvCxnSpPr>
        <p:spPr>
          <a:xfrm>
            <a:off x="-125" y="3937942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8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38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cxnSp>
        <p:nvCxnSpPr>
          <p:cNvPr id="295" name="Google Shape;295;p38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8"/>
          <p:cNvSpPr txBox="1"/>
          <p:nvPr>
            <p:ph idx="2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5" type="title"/>
          </p:nvPr>
        </p:nvSpPr>
        <p:spPr>
          <a:xfrm>
            <a:off x="2276875" y="1018150"/>
            <a:ext cx="42336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0" name="Google Shape;300;p38"/>
          <p:cNvSpPr txBox="1"/>
          <p:nvPr>
            <p:ph idx="6" type="title"/>
          </p:nvPr>
        </p:nvSpPr>
        <p:spPr>
          <a:xfrm>
            <a:off x="2276875" y="2961000"/>
            <a:ext cx="42336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1" name="Google Shape;301;p38"/>
          <p:cNvSpPr txBox="1"/>
          <p:nvPr>
            <p:ph idx="7" type="title"/>
          </p:nvPr>
        </p:nvSpPr>
        <p:spPr>
          <a:xfrm>
            <a:off x="2283475" y="3943850"/>
            <a:ext cx="4233600" cy="97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2" name="Google Shape;302;p38"/>
          <p:cNvSpPr txBox="1"/>
          <p:nvPr>
            <p:ph idx="8" type="title"/>
          </p:nvPr>
        </p:nvSpPr>
        <p:spPr>
          <a:xfrm>
            <a:off x="2276875" y="1984025"/>
            <a:ext cx="42336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3" name="Google Shape;303;p38"/>
          <p:cNvSpPr txBox="1"/>
          <p:nvPr>
            <p:ph idx="9" type="title"/>
          </p:nvPr>
        </p:nvSpPr>
        <p:spPr>
          <a:xfrm>
            <a:off x="228600" y="1007225"/>
            <a:ext cx="20481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4" name="Google Shape;304;p38"/>
          <p:cNvSpPr txBox="1"/>
          <p:nvPr>
            <p:ph idx="13" type="title"/>
          </p:nvPr>
        </p:nvSpPr>
        <p:spPr>
          <a:xfrm>
            <a:off x="228600" y="1984025"/>
            <a:ext cx="20481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5" name="Google Shape;305;p38"/>
          <p:cNvSpPr txBox="1"/>
          <p:nvPr>
            <p:ph idx="14" type="title"/>
          </p:nvPr>
        </p:nvSpPr>
        <p:spPr>
          <a:xfrm>
            <a:off x="228600" y="2966525"/>
            <a:ext cx="20481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6" name="Google Shape;306;p38"/>
          <p:cNvSpPr txBox="1"/>
          <p:nvPr>
            <p:ph idx="15" type="title"/>
          </p:nvPr>
        </p:nvSpPr>
        <p:spPr>
          <a:xfrm>
            <a:off x="228600" y="3938100"/>
            <a:ext cx="2048100" cy="97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 2">
  <p:cSld name="CUSTOM_5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/>
          <p:nvPr>
            <p:ph idx="2" type="pic"/>
          </p:nvPr>
        </p:nvSpPr>
        <p:spPr>
          <a:xfrm>
            <a:off x="6875200" y="2571758"/>
            <a:ext cx="17070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9"/>
          <p:cNvSpPr/>
          <p:nvPr>
            <p:ph idx="3" type="pic"/>
          </p:nvPr>
        </p:nvSpPr>
        <p:spPr>
          <a:xfrm>
            <a:off x="4486003" y="818401"/>
            <a:ext cx="4096200" cy="158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10" name="Google Shape;310;p39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39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4" name="Google Shape;314;p39"/>
          <p:cNvSpPr/>
          <p:nvPr>
            <p:ph idx="6" type="pic"/>
          </p:nvPr>
        </p:nvSpPr>
        <p:spPr>
          <a:xfrm>
            <a:off x="228500" y="818404"/>
            <a:ext cx="2048100" cy="15885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39"/>
          <p:cNvSpPr/>
          <p:nvPr>
            <p:ph idx="7" type="pic"/>
          </p:nvPr>
        </p:nvSpPr>
        <p:spPr>
          <a:xfrm>
            <a:off x="233000" y="2571750"/>
            <a:ext cx="20391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39"/>
          <p:cNvSpPr txBox="1"/>
          <p:nvPr>
            <p:ph idx="8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17" name="Google Shape;317;p39"/>
          <p:cNvSpPr/>
          <p:nvPr>
            <p:ph idx="9" type="pic"/>
          </p:nvPr>
        </p:nvSpPr>
        <p:spPr>
          <a:xfrm>
            <a:off x="2441450" y="2571750"/>
            <a:ext cx="2052900" cy="2345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blem / Solution">
  <p:cSld name="CUSTOM_6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/>
          <p:nvPr>
            <p:ph idx="2" type="pic"/>
          </p:nvPr>
        </p:nvSpPr>
        <p:spPr>
          <a:xfrm>
            <a:off x="228600" y="2559650"/>
            <a:ext cx="3914100" cy="235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/>
          <p:nvPr>
            <p:ph idx="3" type="pic"/>
          </p:nvPr>
        </p:nvSpPr>
        <p:spPr>
          <a:xfrm>
            <a:off x="4658875" y="219850"/>
            <a:ext cx="3319200" cy="235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1" name="Google Shape;321;p40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40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3" name="Google Shape;323;p40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4" name="Google Shape;324;p40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5" name="Google Shape;325;p40"/>
          <p:cNvSpPr txBox="1"/>
          <p:nvPr>
            <p:ph idx="6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26" name="Google Shape;326;p40"/>
          <p:cNvSpPr txBox="1"/>
          <p:nvPr>
            <p:ph idx="7" type="title"/>
          </p:nvPr>
        </p:nvSpPr>
        <p:spPr>
          <a:xfrm>
            <a:off x="4669800" y="2656800"/>
            <a:ext cx="2036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27" name="Google Shape;327;p40"/>
          <p:cNvSpPr txBox="1"/>
          <p:nvPr>
            <p:ph idx="1" type="body"/>
          </p:nvPr>
        </p:nvSpPr>
        <p:spPr>
          <a:xfrm>
            <a:off x="4658875" y="3030300"/>
            <a:ext cx="3148800" cy="18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8" name="Google Shape;328;p40"/>
          <p:cNvSpPr txBox="1"/>
          <p:nvPr>
            <p:ph idx="8" type="title"/>
          </p:nvPr>
        </p:nvSpPr>
        <p:spPr>
          <a:xfrm>
            <a:off x="234600" y="818400"/>
            <a:ext cx="22068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29" name="Google Shape;329;p40"/>
          <p:cNvSpPr txBox="1"/>
          <p:nvPr>
            <p:ph idx="9" type="body"/>
          </p:nvPr>
        </p:nvSpPr>
        <p:spPr>
          <a:xfrm>
            <a:off x="229850" y="1328800"/>
            <a:ext cx="3148800" cy="10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earch / Finding">
  <p:cSld name="CUSTOM_7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/>
          <p:nvPr>
            <p:ph idx="2" type="pic"/>
          </p:nvPr>
        </p:nvSpPr>
        <p:spPr>
          <a:xfrm>
            <a:off x="228600" y="1984250"/>
            <a:ext cx="2517600" cy="29274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41"/>
          <p:cNvSpPr/>
          <p:nvPr>
            <p:ph idx="3" type="pic"/>
          </p:nvPr>
        </p:nvSpPr>
        <p:spPr>
          <a:xfrm>
            <a:off x="2972440" y="1984250"/>
            <a:ext cx="2623500" cy="2927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33" name="Google Shape;333;p41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41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6" type="title"/>
          </p:nvPr>
        </p:nvSpPr>
        <p:spPr>
          <a:xfrm>
            <a:off x="239525" y="818400"/>
            <a:ext cx="3139200" cy="10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8" name="Google Shape;338;p41"/>
          <p:cNvSpPr txBox="1"/>
          <p:nvPr>
            <p:ph idx="7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9" name="Google Shape;339;p41"/>
          <p:cNvSpPr/>
          <p:nvPr>
            <p:ph idx="8" type="pic"/>
          </p:nvPr>
        </p:nvSpPr>
        <p:spPr>
          <a:xfrm>
            <a:off x="5760651" y="1984250"/>
            <a:ext cx="2822700" cy="29274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1"/>
          <p:cNvSpPr txBox="1"/>
          <p:nvPr>
            <p:ph idx="1" type="body"/>
          </p:nvPr>
        </p:nvSpPr>
        <p:spPr>
          <a:xfrm>
            <a:off x="4494275" y="219850"/>
            <a:ext cx="3319200" cy="11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7" name="Google Shape;347;p4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8" name="Google Shape;348;p4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9" name="Google Shape;349;p4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0" name="Google Shape;350;p4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1" name="Google Shape;351;p4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2" name="Google Shape;352;p4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3" name="Google Shape;353;p4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4" name="Google Shape;354;p4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5" name="Google Shape;355;p4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6" name="Google Shape;356;p4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7" name="Google Shape;357;p4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8" name="Google Shape;358;p4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9" name="Google Shape;359;p4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0" name="Google Shape;360;p4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1" name="Google Shape;361;p43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2" name="Google Shape;362;p43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4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5" name="Google Shape;365;p44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6" name="Google Shape;366;p44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7" name="Google Shape;367;p44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8" name="Google Shape;368;p44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9" name="Google Shape;369;p44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0" name="Google Shape;370;p44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1" name="Google Shape;371;p44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2" name="Google Shape;372;p44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3" name="Google Shape;373;p44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4" name="Google Shape;374;p44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44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6" name="Google Shape;376;p44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7" name="Google Shape;377;p44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8" name="Google Shape;378;p44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9" name="Google Shape;379;p44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0" name="Google Shape;380;p44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44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382" name="Google Shape;382;p44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3" name="Google Shape;383;p44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84" name="Google Shape;384;p44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85" name="Google Shape;385;p44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8" name="Google Shape;388;p45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9" name="Google Shape;389;p45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0" name="Google Shape;390;p45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1" name="Google Shape;391;p45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2" name="Google Shape;392;p45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3" name="Google Shape;393;p45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4" name="Google Shape;394;p45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5" name="Google Shape;395;p45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6" name="Google Shape;396;p45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7" name="Google Shape;397;p45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8" name="Google Shape;398;p45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9" name="Google Shape;399;p45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0" name="Google Shape;400;p45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1" name="Google Shape;401;p45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2" name="Google Shape;402;p45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45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4" name="Google Shape;404;p45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5" name="Google Shape;405;p45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6" name="Google Shape;406;p45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7" name="Google Shape;407;p45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8" name="Google Shape;408;p45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9" name="Google Shape;409;p45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0" name="Google Shape;410;p45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1" name="Google Shape;411;p45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46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414" name="Google Shape;414;p46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6" name="Google Shape;416;p46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7" name="Google Shape;417;p46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8" name="Google Shape;418;p46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9" name="Google Shape;419;p46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0" name="Google Shape;420;p46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1" name="Google Shape;421;p46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2" name="Google Shape;422;p46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3" name="Google Shape;423;p46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4" name="Google Shape;424;p46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5" name="Google Shape;425;p46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6" name="Google Shape;426;p46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7" name="Google Shape;427;p46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8" name="Google Shape;428;p46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29" name="Google Shape;429;p46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0" name="Google Shape;430;p46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1" name="Google Shape;431;p46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2" name="Google Shape;432;p46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3" name="Google Shape;433;p46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4" name="Google Shape;434;p46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5" name="Google Shape;435;p46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6" name="Google Shape;436;p46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7" name="Google Shape;437;p46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8" name="Google Shape;438;p46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9" name="Google Shape;439;p46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0" name="Google Shape;440;p46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1" name="Google Shape;441;p46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2" name="Google Shape;442;p46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3" name="Google Shape;443;p46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4" name="Google Shape;444;p46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5" name="Google Shape;445;p46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6" name="Google Shape;446;p46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7" name="Google Shape;447;p46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486" name="Google Shape;486;p46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487" name="Google Shape;487;p46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511" name="Google Shape;511;p46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2" name="Google Shape;512;p46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15" name="Google Shape;515;p47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47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47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47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47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47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1" name="Google Shape;521;p47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22" name="Google Shape;522;p47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3" name="Google Shape;523;p47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24" name="Google Shape;524;p47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5" name="Google Shape;525;p47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26" name="Google Shape;526;p47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7" name="Google Shape;527;p47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28" name="Google Shape;528;p47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9" name="Google Shape;529;p47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32" name="Google Shape;532;p48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3" name="Google Shape;533;p48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4" name="Google Shape;534;p48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5" name="Google Shape;535;p48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6" name="Google Shape;536;p48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8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8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8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8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48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2" name="Google Shape;542;p48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43" name="Google Shape;543;p48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4" name="Google Shape;544;p48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45" name="Google Shape;545;p48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6" name="Google Shape;546;p48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47" name="Google Shape;547;p48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8" name="Google Shape;548;p48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49" name="Google Shape;549;p48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0" name="Google Shape;550;p48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51" name="Google Shape;551;p48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552" name="Google Shape;552;p48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553" name="Google Shape;553;p48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54" name="Google Shape;554;p48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555" name="Google Shape;555;p48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9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0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0" name="Google Shape;560;p50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561" name="Google Shape;561;p50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2" name="Google Shape;562;p50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563" name="Google Shape;563;p50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4" name="Google Shape;564;p50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565" name="Google Shape;565;p50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66" name="Google Shape;566;p50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7" name="Google Shape;567;p50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568" name="Google Shape;568;p50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50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72" name="Google Shape;572;p51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573" name="Google Shape;573;p51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574" name="Google Shape;574;p51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575" name="Google Shape;575;p51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76" name="Google Shape;576;p51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577" name="Google Shape;577;p51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8" name="Google Shape;578;p51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579" name="Google Shape;579;p51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580" name="Google Shape;580;p51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581" name="Google Shape;581;p51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2" name="Google Shape;582;p51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3" name="Google Shape;583;p51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52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52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87" name="Google Shape;587;p52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88" name="Google Shape;588;p52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89" name="Google Shape;589;p52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90" name="Google Shape;590;p52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91" name="Google Shape;591;p52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592" name="Google Shape;592;p52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53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3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6" name="Google Shape;596;p53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97" name="Google Shape;597;p53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598" name="Google Shape;598;p53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9" name="Google Shape;599;p53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600" name="Google Shape;600;p53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01" name="Google Shape;601;p53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602" name="Google Shape;602;p53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03" name="Google Shape;603;p53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604" name="Google Shape;604;p53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05" name="Google Shape;605;p53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4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54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09" name="Google Shape;609;p54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10" name="Google Shape;610;p54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11" name="Google Shape;611;p54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12" name="Google Shape;612;p54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13" name="Google Shape;613;p54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14" name="Google Shape;614;p54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615" name="Google Shape;615;p54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616" name="Google Shape;616;p54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617" name="Google Shape;617;p54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20" name="Google Shape;620;p55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55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55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3" name="Google Shape;623;p55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4" name="Google Shape;624;p55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625" name="Google Shape;625;p55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626" name="Google Shape;626;p55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627" name="Google Shape;627;p55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628" name="Google Shape;628;p55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29" name="Google Shape;629;p5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32" name="Google Shape;632;p5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3" name="Google Shape;633;p5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4" name="Google Shape;634;p5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5" name="Google Shape;635;p56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36" name="Google Shape;636;p56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37" name="Google Shape;637;p56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38" name="Google Shape;638;p56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39" name="Google Shape;639;p56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40" name="Google Shape;640;p56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41" name="Google Shape;641;p56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42" name="Google Shape;642;p56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43" name="Google Shape;643;p56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44" name="Google Shape;644;p56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45" name="Google Shape;645;p56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46" name="Google Shape;646;p56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47" name="Google Shape;647;p56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48" name="Google Shape;648;p56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49" name="Google Shape;649;p56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50" name="Google Shape;650;p56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51" name="Google Shape;651;p56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52" name="Google Shape;652;p56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53" name="Google Shape;653;p56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54" name="Google Shape;654;p56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55" name="Google Shape;655;p56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56" name="Google Shape;656;p56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657" name="Google Shape;657;p56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60" name="Google Shape;660;p5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1" name="Google Shape;661;p5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2" name="Google Shape;662;p57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663" name="Google Shape;663;p57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664" name="Google Shape;664;p57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665" name="Google Shape;665;p57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666" name="Google Shape;666;p57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667" name="Google Shape;667;p57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668" name="Google Shape;668;p57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669" name="Google Shape;669;p57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670" name="Google Shape;670;p57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671" name="Google Shape;671;p57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74" name="Google Shape;674;p5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5" name="Google Shape;675;p5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6" name="Google Shape;676;p58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677" name="Google Shape;677;p58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678" name="Google Shape;678;p58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679" name="Google Shape;679;p5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680" name="Google Shape;680;p58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681" name="Google Shape;681;p58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82" name="Google Shape;682;p58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83" name="Google Shape;683;p58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84" name="Google Shape;684;p58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85" name="Google Shape;685;p58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86" name="Google Shape;686;p58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87" name="Google Shape;687;p58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88" name="Google Shape;688;p58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89" name="Google Shape;689;p58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90" name="Google Shape;690;p58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91" name="Google Shape;691;p58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92" name="Google Shape;692;p58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93" name="Google Shape;693;p58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94" name="Google Shape;694;p58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95" name="Google Shape;695;p58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96" name="Google Shape;696;p58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97" name="Google Shape;697;p58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98" name="Google Shape;698;p58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699" name="Google Shape;699;p58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00" name="Google Shape;700;p58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01" name="Google Shape;701;p58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02" name="Google Shape;702;p58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03" name="Google Shape;703;p58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04" name="Google Shape;704;p58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705" name="Google Shape;705;p5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706" name="Google Shape;706;p5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709" name="Google Shape;709;p5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0" name="Google Shape;710;p5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1" name="Google Shape;711;p59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712" name="Google Shape;712;p59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713" name="Google Shape;713;p59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714" name="Google Shape;714;p59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715" name="Google Shape;715;p59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716" name="Google Shape;716;p59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9" name="Google Shape;719;p60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720" name="Google Shape;720;p60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21" name="Google Shape;721;p60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22" name="Google Shape;722;p60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23" name="Google Shape;723;p60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4" name="Google Shape;724;p60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25" name="Google Shape;725;p60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726" name="Google Shape;726;p60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727" name="Google Shape;727;p60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728" name="Google Shape;728;p60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0" name="Google Shape;730;p6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61"/>
          <p:cNvCxnSpPr>
            <a:stCxn id="732" idx="1"/>
            <a:endCxn id="733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6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6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2" name="Google Shape;732;p6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736" name="Google Shape;736;p6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6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737" name="Google Shape;737;p6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8" name="Google Shape;738;p6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9" name="Google Shape;739;p61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40" name="Google Shape;740;p6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2" name="Google Shape;742;p62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62"/>
          <p:cNvCxnSpPr>
            <a:stCxn id="744" idx="1"/>
            <a:endCxn id="745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62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62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4" name="Google Shape;744;p62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748" name="Google Shape;748;p62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5" name="Google Shape;745;p62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749" name="Google Shape;749;p62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62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1" name="Google Shape;751;p62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52" name="Google Shape;752;p62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55" name="Google Shape;755;p6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6" name="Google Shape;756;p6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7" name="Google Shape;757;p6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8" name="Google Shape;758;p6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9" name="Google Shape;759;p6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0" name="Google Shape;760;p63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1" name="Google Shape;761;p63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62" name="Google Shape;762;p63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3" name="Google Shape;763;p63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64" name="Google Shape;764;p63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5" name="Google Shape;765;p63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66" name="Google Shape;766;p63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7" name="Google Shape;767;p63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68" name="Google Shape;768;p63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9" name="Google Shape;769;p63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70" name="Google Shape;770;p63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4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73" name="Google Shape;773;p64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4" name="Google Shape;774;p64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5" name="Google Shape;775;p64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6" name="Google Shape;776;p64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7" name="Google Shape;777;p64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8" name="Google Shape;778;p64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79" name="Google Shape;779;p64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0" name="Google Shape;780;p64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1" name="Google Shape;781;p64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2" name="Google Shape;782;p64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5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85" name="Google Shape;785;p65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86" name="Google Shape;786;p65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787" name="Google Shape;787;p65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788" name="Google Shape;788;p65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789" name="Google Shape;789;p65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790" name="Google Shape;790;p65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791" name="Google Shape;791;p65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792" name="Google Shape;792;p65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97" name="Google Shape;797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00" name="Google Shape;800;p6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1" name="Google Shape;801;p6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9" name="Google Shape;809;p7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0" name="Google Shape;810;p7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15" name="Google Shape;815;p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19" name="Google Shape;819;p7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0" name="Google Shape;820;p7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23" name="Google Shape;823;p7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4" name="Google Shape;824;p7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25" name="Google Shape;825;p7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6" name="Google Shape;826;p7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9" name="Google Shape;829;p7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30" name="Google Shape;830;p7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1" name="Google Shape;831;p7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2" name="Google Shape;832;p7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3" name="Google Shape;833;p7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4" name="Google Shape;834;p7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7" name="Google Shape;837;p7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38" name="Google Shape;838;p7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39" name="Google Shape;839;p7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40" name="Google Shape;840;p7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1" name="Google Shape;841;p7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2" name="Google Shape;842;p7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3" name="Google Shape;843;p7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4" name="Google Shape;844;p7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47" name="Google Shape;847;p7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0" name="Google Shape;850;p8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8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2" name="Google Shape;852;p8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3" name="Google Shape;853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54" name="Google Shape;854;p8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5" name="Google Shape;855;p8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8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8" name="Google Shape;858;p8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59" name="Google Shape;859;p8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0" name="Google Shape;860;p8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1" name="Google Shape;861;p8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2" name="Google Shape;862;p8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3" name="Google Shape;863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64" name="Google Shape;864;p8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5" name="Google Shape;865;p8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6" name="Google Shape;866;p8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8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8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1" name="Google Shape;871;p8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2" name="Google Shape;872;p8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3" name="Google Shape;873;p8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4" name="Google Shape;874;p8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8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8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77" name="Google Shape;877;p8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8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8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60.xml"/><Relationship Id="rId42" Type="http://schemas.openxmlformats.org/officeDocument/2006/relationships/theme" Target="../theme/theme3.xml"/><Relationship Id="rId41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3.xml"/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7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31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53.xml"/><Relationship Id="rId35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55.xml"/><Relationship Id="rId37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56.xml"/><Relationship Id="rId38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219850"/>
            <a:ext cx="59628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658875" y="1403700"/>
            <a:ext cx="42564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pos="734">
          <p15:clr>
            <a:srgbClr val="E46962"/>
          </p15:clr>
        </p15:guide>
        <p15:guide id="3" pos="835">
          <p15:clr>
            <a:srgbClr val="E46962"/>
          </p15:clr>
        </p15:guide>
        <p15:guide id="4" pos="245">
          <p15:clr>
            <a:srgbClr val="E46962"/>
          </p15:clr>
        </p15:guide>
        <p15:guide id="5" pos="1538">
          <p15:clr>
            <a:srgbClr val="E46962"/>
          </p15:clr>
        </p15:guide>
        <p15:guide id="6" pos="2128">
          <p15:clr>
            <a:srgbClr val="E46962"/>
          </p15:clr>
        </p15:guide>
        <p15:guide id="7" orient="horz" pos="326">
          <p15:clr>
            <a:srgbClr val="E46962"/>
          </p15:clr>
        </p15:guide>
        <p15:guide id="8" orient="horz" pos="138">
          <p15:clr>
            <a:srgbClr val="E46962"/>
          </p15:clr>
        </p15:guide>
        <p15:guide id="9" orient="horz" pos="516">
          <p15:clr>
            <a:srgbClr val="E46962"/>
          </p15:clr>
        </p15:guide>
        <p15:guide id="10" orient="horz" pos="884">
          <p15:clr>
            <a:srgbClr val="E46962"/>
          </p15:clr>
        </p15:guide>
        <p15:guide id="11" orient="horz" pos="1250">
          <p15:clr>
            <a:srgbClr val="E46962"/>
          </p15:clr>
        </p15:guide>
        <p15:guide id="12" orient="horz" pos="1620">
          <p15:clr>
            <a:srgbClr val="E46962"/>
          </p15:clr>
        </p15:guide>
        <p15:guide id="13" orient="horz" pos="3097">
          <p15:clr>
            <a:srgbClr val="E46962"/>
          </p15:clr>
        </p15:guide>
        <p15:guide id="14" pos="2831">
          <p15:clr>
            <a:srgbClr val="E46962"/>
          </p15:clr>
        </p15:guide>
        <p15:guide id="15" pos="3525">
          <p15:clr>
            <a:srgbClr val="E46962"/>
          </p15:clr>
        </p15:guide>
        <p15:guide id="16" pos="3629">
          <p15:clr>
            <a:srgbClr val="E46962"/>
          </p15:clr>
        </p15:guide>
        <p15:guide id="17" pos="4219">
          <p15:clr>
            <a:srgbClr val="E46962"/>
          </p15:clr>
        </p15:guide>
        <p15:guide id="18" pos="4332">
          <p15:clr>
            <a:srgbClr val="E46962"/>
          </p15:clr>
        </p15:guide>
        <p15:guide id="19" pos="4922">
          <p15:clr>
            <a:srgbClr val="E46962"/>
          </p15:clr>
        </p15:guide>
        <p15:guide id="20" pos="5026">
          <p15:clr>
            <a:srgbClr val="E46962"/>
          </p15:clr>
        </p15:guide>
        <p15:guide id="21" pos="2241">
          <p15:clr>
            <a:srgbClr val="E46962"/>
          </p15:clr>
        </p15:guide>
        <p15:guide id="22" pos="2935">
          <p15:clr>
            <a:srgbClr val="E46962"/>
          </p15:clr>
        </p15:guide>
        <p15:guide id="23" pos="5616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43" name="Google Shape;343;p42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44" name="Google Shape;344;p42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714" r:id="rId27"/>
    <p:sldLayoutId id="2147483715" r:id="rId28"/>
    <p:sldLayoutId id="2147483716" r:id="rId29"/>
    <p:sldLayoutId id="2147483717" r:id="rId30"/>
    <p:sldLayoutId id="2147483718" r:id="rId31"/>
    <p:sldLayoutId id="2147483719" r:id="rId32"/>
    <p:sldLayoutId id="2147483720" r:id="rId33"/>
    <p:sldLayoutId id="2147483721" r:id="rId34"/>
    <p:sldLayoutId id="2147483722" r:id="rId35"/>
    <p:sldLayoutId id="2147483723" r:id="rId36"/>
    <p:sldLayoutId id="2147483724" r:id="rId37"/>
    <p:sldLayoutId id="2147483725" r:id="rId38"/>
    <p:sldLayoutId id="2147483726" r:id="rId39"/>
    <p:sldLayoutId id="2147483727" r:id="rId40"/>
    <p:sldLayoutId id="214748372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84"/>
          <p:cNvSpPr txBox="1"/>
          <p:nvPr>
            <p:ph type="title"/>
          </p:nvPr>
        </p:nvSpPr>
        <p:spPr>
          <a:xfrm>
            <a:off x="259050" y="2207719"/>
            <a:ext cx="5760900" cy="2050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Spotify Playlist</a:t>
            </a:r>
            <a:endParaRPr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Song Recommender</a:t>
            </a:r>
            <a:endParaRPr sz="4800">
              <a:solidFill>
                <a:schemeClr val="dk2"/>
              </a:solidFill>
            </a:endParaRPr>
          </a:p>
        </p:txBody>
      </p:sp>
      <p:sp>
        <p:nvSpPr>
          <p:cNvPr id="885" name="Google Shape;885;p84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CSC 466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86" name="Google Shape;886;p84"/>
          <p:cNvSpPr txBox="1"/>
          <p:nvPr/>
        </p:nvSpPr>
        <p:spPr>
          <a:xfrm>
            <a:off x="272788" y="4699756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Sydney Lynch</a:t>
            </a:r>
            <a:endParaRPr sz="1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5"/>
          <p:cNvSpPr txBox="1"/>
          <p:nvPr>
            <p:ph idx="1" type="subTitle"/>
          </p:nvPr>
        </p:nvSpPr>
        <p:spPr>
          <a:xfrm>
            <a:off x="3948800" y="24487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Build a playlist-based music recommender that recommends songs given a playlist.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two Kaggle datasets: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Spotify Tracks Metadata (114k songs, audio features)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Spotify Playlists (12.8M playlist entries from 100k+ playlists)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Combine song metadata + real playlist behavior to model user taste.</a:t>
            </a:r>
            <a:endParaRPr/>
          </a:p>
        </p:txBody>
      </p:sp>
      <p:sp>
        <p:nvSpPr>
          <p:cNvPr id="892" name="Google Shape;892;p85"/>
          <p:cNvSpPr txBox="1"/>
          <p:nvPr>
            <p:ph type="title"/>
          </p:nvPr>
        </p:nvSpPr>
        <p:spPr>
          <a:xfrm>
            <a:off x="3948800" y="17283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</a:t>
            </a:r>
            <a:endParaRPr/>
          </a:p>
        </p:txBody>
      </p:sp>
      <p:sp>
        <p:nvSpPr>
          <p:cNvPr id="893" name="Google Shape;893;p85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CSC 466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94" name="Google Shape;894;p85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Sydney Lynch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86"/>
          <p:cNvSpPr txBox="1"/>
          <p:nvPr>
            <p:ph idx="1" type="subTitle"/>
          </p:nvPr>
        </p:nvSpPr>
        <p:spPr>
          <a:xfrm>
            <a:off x="3948800" y="24487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Per-Track kNN + track/artist/genre Word2Vec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Quantitative: Recall@5 ≈ 0.16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~60× improvement over genre baseline (≈0.0027)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Qualitative: the model consistently recommends tracks that match the playlist’s artists and genres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86"/>
          <p:cNvSpPr txBox="1"/>
          <p:nvPr>
            <p:ph type="title"/>
          </p:nvPr>
        </p:nvSpPr>
        <p:spPr>
          <a:xfrm>
            <a:off x="3948800" y="17283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Model Results</a:t>
            </a:r>
            <a:endParaRPr/>
          </a:p>
        </p:txBody>
      </p:sp>
      <p:sp>
        <p:nvSpPr>
          <p:cNvPr id="901" name="Google Shape;901;p86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CSC 466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02" name="Google Shape;902;p86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Sydney Lynch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7"/>
          <p:cNvSpPr/>
          <p:nvPr/>
        </p:nvSpPr>
        <p:spPr>
          <a:xfrm>
            <a:off x="4378079" y="2035764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08" name="Google Shape;908;p87"/>
          <p:cNvSpPr/>
          <p:nvPr/>
        </p:nvSpPr>
        <p:spPr>
          <a:xfrm>
            <a:off x="4378079" y="2554739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09" name="Google Shape;909;p87"/>
          <p:cNvSpPr/>
          <p:nvPr/>
        </p:nvSpPr>
        <p:spPr>
          <a:xfrm>
            <a:off x="4378079" y="3073714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0" name="Google Shape;910;p87"/>
          <p:cNvSpPr/>
          <p:nvPr/>
        </p:nvSpPr>
        <p:spPr>
          <a:xfrm>
            <a:off x="4378079" y="3592689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1" name="Google Shape;911;p87"/>
          <p:cNvSpPr/>
          <p:nvPr/>
        </p:nvSpPr>
        <p:spPr>
          <a:xfrm>
            <a:off x="4378079" y="4111664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2" name="Google Shape;912;p87"/>
          <p:cNvSpPr txBox="1"/>
          <p:nvPr/>
        </p:nvSpPr>
        <p:spPr>
          <a:xfrm>
            <a:off x="228600" y="236398"/>
            <a:ext cx="2947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3" name="Google Shape;913;p87"/>
          <p:cNvSpPr txBox="1"/>
          <p:nvPr>
            <p:ph idx="1" type="subTitle"/>
          </p:nvPr>
        </p:nvSpPr>
        <p:spPr>
          <a:xfrm>
            <a:off x="4626810" y="20363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 on 2000 playlists (4&lt;n&lt;300)</a:t>
            </a:r>
            <a:endParaRPr/>
          </a:p>
        </p:txBody>
      </p:sp>
      <p:sp>
        <p:nvSpPr>
          <p:cNvPr id="914" name="Google Shape;914;p87"/>
          <p:cNvSpPr txBox="1"/>
          <p:nvPr>
            <p:ph type="title"/>
          </p:nvPr>
        </p:nvSpPr>
        <p:spPr>
          <a:xfrm>
            <a:off x="1392600" y="836575"/>
            <a:ext cx="2676600" cy="1293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Process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15" name="Google Shape;915;p87"/>
          <p:cNvSpPr txBox="1"/>
          <p:nvPr>
            <p:ph idx="2" type="subTitle"/>
          </p:nvPr>
        </p:nvSpPr>
        <p:spPr>
          <a:xfrm>
            <a:off x="4626810" y="25552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Hide 2 tracks per playlist</a:t>
            </a:r>
            <a:endParaRPr/>
          </a:p>
        </p:txBody>
      </p:sp>
      <p:sp>
        <p:nvSpPr>
          <p:cNvPr id="916" name="Google Shape;916;p87"/>
          <p:cNvSpPr txBox="1"/>
          <p:nvPr>
            <p:ph idx="4" type="subTitle"/>
          </p:nvPr>
        </p:nvSpPr>
        <p:spPr>
          <a:xfrm>
            <a:off x="4626798" y="3593225"/>
            <a:ext cx="33144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the top-5 song recommendations</a:t>
            </a:r>
            <a:endParaRPr/>
          </a:p>
        </p:txBody>
      </p:sp>
      <p:sp>
        <p:nvSpPr>
          <p:cNvPr id="917" name="Google Shape;917;p87"/>
          <p:cNvSpPr txBox="1"/>
          <p:nvPr>
            <p:ph idx="5" type="subTitle"/>
          </p:nvPr>
        </p:nvSpPr>
        <p:spPr>
          <a:xfrm>
            <a:off x="4626810" y="41122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Calculate the Recall@5 and MRR</a:t>
            </a:r>
            <a:endParaRPr/>
          </a:p>
        </p:txBody>
      </p:sp>
      <p:sp>
        <p:nvSpPr>
          <p:cNvPr id="918" name="Google Shape;918;p87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CSC 466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19" name="Google Shape;919;p87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Sydney Lynch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0" name="Google Shape;920;p87"/>
          <p:cNvSpPr txBox="1"/>
          <p:nvPr>
            <p:ph idx="2" type="subTitle"/>
          </p:nvPr>
        </p:nvSpPr>
        <p:spPr>
          <a:xfrm>
            <a:off x="4626800" y="3074250"/>
            <a:ext cx="35973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 remaining playlist tracks into the model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88"/>
          <p:cNvSpPr/>
          <p:nvPr/>
        </p:nvSpPr>
        <p:spPr>
          <a:xfrm>
            <a:off x="1344100" y="1565850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6" name="Google Shape;926;p88"/>
          <p:cNvSpPr/>
          <p:nvPr/>
        </p:nvSpPr>
        <p:spPr>
          <a:xfrm>
            <a:off x="5735275" y="1565850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7" name="Google Shape;927;p88"/>
          <p:cNvSpPr/>
          <p:nvPr/>
        </p:nvSpPr>
        <p:spPr>
          <a:xfrm>
            <a:off x="632200" y="1572600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8" name="Google Shape;928;p88"/>
          <p:cNvSpPr/>
          <p:nvPr/>
        </p:nvSpPr>
        <p:spPr>
          <a:xfrm>
            <a:off x="5023375" y="1572600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9" name="Google Shape;929;p88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CSC 466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30" name="Google Shape;930;p88"/>
          <p:cNvSpPr txBox="1"/>
          <p:nvPr>
            <p:ph type="title"/>
          </p:nvPr>
        </p:nvSpPr>
        <p:spPr>
          <a:xfrm>
            <a:off x="609600" y="724825"/>
            <a:ext cx="51210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Models</a:t>
            </a:r>
            <a:endParaRPr/>
          </a:p>
        </p:txBody>
      </p:sp>
      <p:sp>
        <p:nvSpPr>
          <p:cNvPr id="931" name="Google Shape;931;p88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32" name="Google Shape;932;p88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33" name="Google Shape;933;p88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Pure Random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a random song from the song metadata dataset.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Recall@5 = 0.0001</a:t>
            </a:r>
            <a:endParaRPr/>
          </a:p>
        </p:txBody>
      </p:sp>
      <p:sp>
        <p:nvSpPr>
          <p:cNvPr id="934" name="Google Shape;934;p88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Random by Genre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a random song of the most common genre in the playlist.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Recall@5 = 0.0027</a:t>
            </a:r>
            <a:endParaRPr/>
          </a:p>
        </p:txBody>
      </p:sp>
      <p:sp>
        <p:nvSpPr>
          <p:cNvPr id="935" name="Google Shape;935;p88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Sydney Lynch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9"/>
          <p:cNvSpPr/>
          <p:nvPr/>
        </p:nvSpPr>
        <p:spPr>
          <a:xfrm>
            <a:off x="1344100" y="1565850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1" name="Google Shape;941;p89"/>
          <p:cNvSpPr/>
          <p:nvPr/>
        </p:nvSpPr>
        <p:spPr>
          <a:xfrm>
            <a:off x="5735275" y="1565850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2" name="Google Shape;942;p89"/>
          <p:cNvSpPr/>
          <p:nvPr/>
        </p:nvSpPr>
        <p:spPr>
          <a:xfrm>
            <a:off x="1344100" y="3046375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3" name="Google Shape;943;p89"/>
          <p:cNvSpPr/>
          <p:nvPr/>
        </p:nvSpPr>
        <p:spPr>
          <a:xfrm>
            <a:off x="632200" y="3046375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4" name="Google Shape;944;p89"/>
          <p:cNvSpPr/>
          <p:nvPr/>
        </p:nvSpPr>
        <p:spPr>
          <a:xfrm>
            <a:off x="5735275" y="3046375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5" name="Google Shape;945;p89"/>
          <p:cNvSpPr/>
          <p:nvPr/>
        </p:nvSpPr>
        <p:spPr>
          <a:xfrm>
            <a:off x="632200" y="1572600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6" name="Google Shape;946;p89"/>
          <p:cNvSpPr/>
          <p:nvPr/>
        </p:nvSpPr>
        <p:spPr>
          <a:xfrm>
            <a:off x="5023375" y="3046375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7" name="Google Shape;947;p89"/>
          <p:cNvSpPr/>
          <p:nvPr/>
        </p:nvSpPr>
        <p:spPr>
          <a:xfrm>
            <a:off x="5023375" y="1572600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8" name="Google Shape;948;p89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CSC 466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49" name="Google Shape;949;p89"/>
          <p:cNvSpPr txBox="1"/>
          <p:nvPr>
            <p:ph type="title"/>
          </p:nvPr>
        </p:nvSpPr>
        <p:spPr>
          <a:xfrm>
            <a:off x="609600" y="724825"/>
            <a:ext cx="51210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Models</a:t>
            </a:r>
            <a:endParaRPr/>
          </a:p>
        </p:txBody>
      </p:sp>
      <p:sp>
        <p:nvSpPr>
          <p:cNvPr id="950" name="Google Shape;950;p8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51" name="Google Shape;951;p8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52" name="Google Shape;952;p8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53" name="Google Shape;953;p8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54" name="Google Shape;954;p8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KNN on playlist centroid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the closest neighbors to the playlist’s averaged track features.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Recall@5 = 0.1537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8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KNN per playlist track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Returns tracks from aggregated per-track neighbors.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Recall@5 = 0.1672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9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Sydney Lynch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57" name="Google Shape;957;p8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Pure Random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a random song from the song metadata dataset.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Recall@5 = 0.0001</a:t>
            </a:r>
            <a:endParaRPr/>
          </a:p>
        </p:txBody>
      </p:sp>
      <p:sp>
        <p:nvSpPr>
          <p:cNvPr id="958" name="Google Shape;958;p8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Random by Genre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a random song of the most common genre in the playlist.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Recall@5 = 0.0027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0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CSC 466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64" name="Google Shape;964;p90"/>
          <p:cNvSpPr txBox="1"/>
          <p:nvPr>
            <p:ph type="title"/>
          </p:nvPr>
        </p:nvSpPr>
        <p:spPr>
          <a:xfrm>
            <a:off x="228600" y="420025"/>
            <a:ext cx="42963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Word2Vec Embeddings</a:t>
            </a:r>
            <a:endParaRPr/>
          </a:p>
        </p:txBody>
      </p:sp>
      <p:sp>
        <p:nvSpPr>
          <p:cNvPr id="965" name="Google Shape;965;p90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ID Embeddings</a:t>
            </a:r>
            <a:endParaRPr/>
          </a:p>
        </p:txBody>
      </p:sp>
      <p:sp>
        <p:nvSpPr>
          <p:cNvPr id="966" name="Google Shape;966;p90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vector representations of individual songs based on which tracks co-occur in playlists. This captures collaborative-filtering signals and groups songs users tend to listen to together.</a:t>
            </a:r>
            <a:endParaRPr/>
          </a:p>
        </p:txBody>
      </p:sp>
      <p:sp>
        <p:nvSpPr>
          <p:cNvPr id="967" name="Google Shape;967;p90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Genre Embeddings</a:t>
            </a:r>
            <a:endParaRPr/>
          </a:p>
        </p:txBody>
      </p:sp>
      <p:sp>
        <p:nvSpPr>
          <p:cNvPr id="968" name="Google Shape;968;p90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Embed genre labels based on how often genres appear together within playlists. This captures higher-level stylistic and mood relationships not tied to specific tracks.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90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Artists Embeddings</a:t>
            </a:r>
            <a:endParaRPr/>
          </a:p>
        </p:txBody>
      </p:sp>
      <p:sp>
        <p:nvSpPr>
          <p:cNvPr id="970" name="Google Shape;970;p90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 embeddings for artists by observing which artists frequently appear in the same playlists. This captures cross-artist similarity and typical user listening patterns.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90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Sydney Lynch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972" name="Google Shape;972;p90"/>
          <p:cNvCxnSpPr/>
          <p:nvPr/>
        </p:nvCxnSpPr>
        <p:spPr>
          <a:xfrm>
            <a:off x="5901400" y="557775"/>
            <a:ext cx="0" cy="3810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90"/>
          <p:cNvSpPr/>
          <p:nvPr/>
        </p:nvSpPr>
        <p:spPr>
          <a:xfrm>
            <a:off x="5827954" y="2101779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4" name="Google Shape;974;p90"/>
          <p:cNvSpPr/>
          <p:nvPr/>
        </p:nvSpPr>
        <p:spPr>
          <a:xfrm>
            <a:off x="5827954" y="3668579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5" name="Google Shape;975;p90"/>
          <p:cNvSpPr/>
          <p:nvPr/>
        </p:nvSpPr>
        <p:spPr>
          <a:xfrm>
            <a:off x="5827954" y="534979"/>
            <a:ext cx="161400" cy="175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76" name="Google Shape;97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25" y="1193200"/>
            <a:ext cx="5523154" cy="321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1" name="Google Shape;981;p91"/>
          <p:cNvCxnSpPr/>
          <p:nvPr/>
        </p:nvCxnSpPr>
        <p:spPr>
          <a:xfrm>
            <a:off x="4453725" y="2436525"/>
            <a:ext cx="3817800" cy="9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91"/>
          <p:cNvCxnSpPr/>
          <p:nvPr/>
        </p:nvCxnSpPr>
        <p:spPr>
          <a:xfrm rot="10800000">
            <a:off x="6362625" y="468425"/>
            <a:ext cx="0" cy="3907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3" name="Google Shape;983;p91"/>
          <p:cNvSpPr/>
          <p:nvPr/>
        </p:nvSpPr>
        <p:spPr>
          <a:xfrm>
            <a:off x="4702725" y="754625"/>
            <a:ext cx="1222800" cy="2520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Danceability</a:t>
            </a: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984" name="Google Shape;984;p91"/>
          <p:cNvSpPr/>
          <p:nvPr/>
        </p:nvSpPr>
        <p:spPr>
          <a:xfrm>
            <a:off x="6796650" y="754625"/>
            <a:ext cx="1222800" cy="2520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Energy</a:t>
            </a: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985" name="Google Shape;985;p91"/>
          <p:cNvSpPr/>
          <p:nvPr/>
        </p:nvSpPr>
        <p:spPr>
          <a:xfrm>
            <a:off x="4702725" y="2656775"/>
            <a:ext cx="1222800" cy="2520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Speechiness</a:t>
            </a: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986" name="Google Shape;986;p91"/>
          <p:cNvSpPr/>
          <p:nvPr/>
        </p:nvSpPr>
        <p:spPr>
          <a:xfrm>
            <a:off x="6796650" y="2656775"/>
            <a:ext cx="1222800" cy="2520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Valence</a:t>
            </a:r>
            <a:endParaRPr sz="1000">
              <a:solidFill>
                <a:schemeClr val="l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987" name="Google Shape;987;p91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CSC 466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88" name="Google Shape;988;p91"/>
          <p:cNvSpPr txBox="1"/>
          <p:nvPr>
            <p:ph type="title"/>
          </p:nvPr>
        </p:nvSpPr>
        <p:spPr>
          <a:xfrm>
            <a:off x="228600" y="420025"/>
            <a:ext cx="29262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Song Metadata Features</a:t>
            </a:r>
            <a:endParaRPr/>
          </a:p>
        </p:txBody>
      </p:sp>
      <p:sp>
        <p:nvSpPr>
          <p:cNvPr id="989" name="Google Shape;989;p91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Sydney Lynch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90" name="Google Shape;990;p91"/>
          <p:cNvPicPr preferRelativeResize="0"/>
          <p:nvPr/>
        </p:nvPicPr>
        <p:blipFill rotWithShape="1">
          <a:blip r:embed="rId3">
            <a:alphaModFix/>
          </a:blip>
          <a:srcRect b="0" l="0" r="3016" t="0"/>
          <a:stretch/>
        </p:blipFill>
        <p:spPr>
          <a:xfrm>
            <a:off x="157925" y="1338778"/>
            <a:ext cx="4107699" cy="2465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91"/>
          <p:cNvPicPr preferRelativeResize="0"/>
          <p:nvPr/>
        </p:nvPicPr>
        <p:blipFill rotWithShape="1">
          <a:blip r:embed="rId4">
            <a:alphaModFix/>
          </a:blip>
          <a:srcRect b="2267" l="0" r="2837" t="0"/>
          <a:stretch/>
        </p:blipFill>
        <p:spPr>
          <a:xfrm>
            <a:off x="4749488" y="1101238"/>
            <a:ext cx="1097280" cy="1124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9410" y="1127360"/>
            <a:ext cx="1097280" cy="1174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5487" y="3021250"/>
            <a:ext cx="1097280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9411" y="3026338"/>
            <a:ext cx="1097280" cy="1163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9" name="Google Shape;999;p92"/>
          <p:cNvCxnSpPr/>
          <p:nvPr/>
        </p:nvCxnSpPr>
        <p:spPr>
          <a:xfrm flipH="1">
            <a:off x="4527563" y="4174625"/>
            <a:ext cx="227100" cy="330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92"/>
          <p:cNvCxnSpPr/>
          <p:nvPr/>
        </p:nvCxnSpPr>
        <p:spPr>
          <a:xfrm flipH="1">
            <a:off x="4530038" y="2092075"/>
            <a:ext cx="226200" cy="322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92"/>
          <p:cNvCxnSpPr/>
          <p:nvPr/>
        </p:nvCxnSpPr>
        <p:spPr>
          <a:xfrm flipH="1">
            <a:off x="6729263" y="4174625"/>
            <a:ext cx="227100" cy="330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92"/>
          <p:cNvCxnSpPr/>
          <p:nvPr/>
        </p:nvCxnSpPr>
        <p:spPr>
          <a:xfrm flipH="1">
            <a:off x="6731738" y="2092075"/>
            <a:ext cx="226200" cy="322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92"/>
          <p:cNvCxnSpPr/>
          <p:nvPr/>
        </p:nvCxnSpPr>
        <p:spPr>
          <a:xfrm flipH="1">
            <a:off x="2329675" y="4174625"/>
            <a:ext cx="227100" cy="330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92"/>
          <p:cNvCxnSpPr/>
          <p:nvPr/>
        </p:nvCxnSpPr>
        <p:spPr>
          <a:xfrm flipH="1">
            <a:off x="2332150" y="2092075"/>
            <a:ext cx="226200" cy="322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5" name="Google Shape;1005;p92"/>
          <p:cNvSpPr/>
          <p:nvPr/>
        </p:nvSpPr>
        <p:spPr>
          <a:xfrm>
            <a:off x="363950" y="2088675"/>
            <a:ext cx="1965900" cy="2415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6" name="Google Shape;1006;p92"/>
          <p:cNvSpPr/>
          <p:nvPr/>
        </p:nvSpPr>
        <p:spPr>
          <a:xfrm>
            <a:off x="229524" y="1810925"/>
            <a:ext cx="17763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1007" name="Google Shape;1007;p92"/>
          <p:cNvSpPr/>
          <p:nvPr/>
        </p:nvSpPr>
        <p:spPr>
          <a:xfrm>
            <a:off x="2558125" y="2088675"/>
            <a:ext cx="1965900" cy="2415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8" name="Google Shape;1008;p92"/>
          <p:cNvSpPr/>
          <p:nvPr/>
        </p:nvSpPr>
        <p:spPr>
          <a:xfrm>
            <a:off x="2423699" y="1810925"/>
            <a:ext cx="17763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1009" name="Google Shape;1009;p92"/>
          <p:cNvSpPr/>
          <p:nvPr/>
        </p:nvSpPr>
        <p:spPr>
          <a:xfrm>
            <a:off x="4759860" y="2088675"/>
            <a:ext cx="1965900" cy="2415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0" name="Google Shape;1010;p92"/>
          <p:cNvSpPr/>
          <p:nvPr/>
        </p:nvSpPr>
        <p:spPr>
          <a:xfrm>
            <a:off x="4625434" y="1810925"/>
            <a:ext cx="17763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1011" name="Google Shape;1011;p92"/>
          <p:cNvSpPr/>
          <p:nvPr/>
        </p:nvSpPr>
        <p:spPr>
          <a:xfrm>
            <a:off x="6952354" y="2088675"/>
            <a:ext cx="1965900" cy="2415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2" name="Google Shape;1012;p92"/>
          <p:cNvSpPr/>
          <p:nvPr/>
        </p:nvSpPr>
        <p:spPr>
          <a:xfrm>
            <a:off x="6817928" y="1810925"/>
            <a:ext cx="17763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cxnSp>
        <p:nvCxnSpPr>
          <p:cNvPr id="1013" name="Google Shape;1013;p92"/>
          <p:cNvCxnSpPr/>
          <p:nvPr/>
        </p:nvCxnSpPr>
        <p:spPr>
          <a:xfrm flipH="1">
            <a:off x="67" y="4174625"/>
            <a:ext cx="357900" cy="330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92"/>
          <p:cNvCxnSpPr/>
          <p:nvPr/>
        </p:nvCxnSpPr>
        <p:spPr>
          <a:xfrm flipH="1">
            <a:off x="4050" y="2092075"/>
            <a:ext cx="356400" cy="322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92"/>
          <p:cNvCxnSpPr/>
          <p:nvPr/>
        </p:nvCxnSpPr>
        <p:spPr>
          <a:xfrm flipH="1">
            <a:off x="8933383" y="4174625"/>
            <a:ext cx="225600" cy="330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92"/>
          <p:cNvCxnSpPr/>
          <p:nvPr/>
        </p:nvCxnSpPr>
        <p:spPr>
          <a:xfrm flipH="1">
            <a:off x="8935847" y="2092075"/>
            <a:ext cx="224700" cy="322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7" name="Google Shape;1017;p92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CSC 466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8" name="Google Shape;1018;p92"/>
          <p:cNvSpPr txBox="1"/>
          <p:nvPr>
            <p:ph type="title"/>
          </p:nvPr>
        </p:nvSpPr>
        <p:spPr>
          <a:xfrm>
            <a:off x="609600" y="724825"/>
            <a:ext cx="40158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Check</a:t>
            </a:r>
            <a:endParaRPr/>
          </a:p>
        </p:txBody>
      </p:sp>
      <p:sp>
        <p:nvSpPr>
          <p:cNvPr id="1019" name="Google Shape;1019;p92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Moody Teen Pop (input)</a:t>
            </a:r>
            <a:endParaRPr/>
          </a:p>
        </p:txBody>
      </p:sp>
      <p:sp>
        <p:nvSpPr>
          <p:cNvPr id="1020" name="Google Shape;1020;p92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Moody Teen Pop (output)</a:t>
            </a:r>
            <a:endParaRPr/>
          </a:p>
        </p:txBody>
      </p:sp>
      <p:sp>
        <p:nvSpPr>
          <p:cNvPr id="1021" name="Google Shape;1021;p92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Rap (input)</a:t>
            </a:r>
            <a:endParaRPr/>
          </a:p>
        </p:txBody>
      </p:sp>
      <p:sp>
        <p:nvSpPr>
          <p:cNvPr id="1022" name="Google Shape;1022;p92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Rap (output)</a:t>
            </a:r>
            <a:endParaRPr/>
          </a:p>
        </p:txBody>
      </p:sp>
      <p:sp>
        <p:nvSpPr>
          <p:cNvPr id="1023" name="Google Shape;1023;p92"/>
          <p:cNvSpPr txBox="1"/>
          <p:nvPr>
            <p:ph idx="6" type="body"/>
          </p:nvPr>
        </p:nvSpPr>
        <p:spPr>
          <a:xfrm>
            <a:off x="2757388" y="2277250"/>
            <a:ext cx="1566600" cy="20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Your Mother Know – ABBA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Treasure – Bruno Mars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That’s What I Like – Bruno Mars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Just the Way You Are – Bruno Mars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Talking to the Moon – Bruno Mars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Rumour Has It – Adele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Novacane – Frank Ocean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Chiquitita – ABBA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Set Fire to the Rain – Adele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/>
              <a:t>Moonshine – Bruno Mars</a:t>
            </a:r>
            <a:endParaRPr/>
          </a:p>
        </p:txBody>
      </p:sp>
      <p:sp>
        <p:nvSpPr>
          <p:cNvPr id="1024" name="Google Shape;1024;p92"/>
          <p:cNvSpPr txBox="1"/>
          <p:nvPr>
            <p:ph idx="5" type="body"/>
          </p:nvPr>
        </p:nvSpPr>
        <p:spPr>
          <a:xfrm>
            <a:off x="561325" y="2277250"/>
            <a:ext cx="1566600" cy="18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Sweater Weather – The Neighbourhood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Another Love – Tom Odell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Locked out of Heaven – Bruno Mars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Lost – Frank Ocean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Electric Love – BØRNS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Dancing Queen – ABBA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Rolling in the Deep – Adele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92"/>
          <p:cNvSpPr txBox="1"/>
          <p:nvPr>
            <p:ph idx="7" type="body"/>
          </p:nvPr>
        </p:nvSpPr>
        <p:spPr>
          <a:xfrm>
            <a:off x="4958413" y="2277250"/>
            <a:ext cx="1566600" cy="8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Role Modelz – J. Cole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Not Afraid – Eminem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Bohemian Rhapsody (Remastered 2011) – Queen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/>
              <a:t>Without Me – Eminem</a:t>
            </a:r>
            <a:endParaRPr/>
          </a:p>
        </p:txBody>
      </p:sp>
      <p:sp>
        <p:nvSpPr>
          <p:cNvPr id="1026" name="Google Shape;1026;p92"/>
          <p:cNvSpPr txBox="1"/>
          <p:nvPr>
            <p:ph idx="8" type="body"/>
          </p:nvPr>
        </p:nvSpPr>
        <p:spPr>
          <a:xfrm>
            <a:off x="7146863" y="2277250"/>
            <a:ext cx="1566600" cy="20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Rap God – Eminem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The Real Slim Shady – Eminem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The Prayer – Kid Cudi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Venom – Eminem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Lose Yourself – Eminem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Bohemian Rhapsody – Queen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On Fire – Lloyd Banks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Pistol Pistol (Remix) – Obie Trice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/>
              <a:t>X Gon’ Give It To Ya – DMX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/>
              <a:t>The Rain – DMX</a:t>
            </a:r>
            <a:endParaRPr/>
          </a:p>
        </p:txBody>
      </p:sp>
      <p:sp>
        <p:nvSpPr>
          <p:cNvPr id="1027" name="Google Shape;1027;p92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Sydney Lynch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93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Sydney Lynch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33" name="Google Shape;1033;p93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CSC 466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34" name="Google Shape;1034;p9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A7BBC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